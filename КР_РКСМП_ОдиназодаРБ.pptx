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3" r:id="rId12"/>
  </p:sldIdLst>
  <p:sldSz cx="9144000" cy="5143500" type="screen16x9"/>
  <p:notesSz cx="5143500" cy="9144000"/>
  <p:embeddedFontLst>
    <p:embeddedFont>
      <p:font typeface="Source Sans 3" panose="020B060402020202020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1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0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1211982"/>
            <a:ext cx="4635252" cy="115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StyleShop — Мобильная платформа для интернет‑магазинов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8874" y="2564755"/>
            <a:ext cx="463525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Многофункциональное решение для розничной торговли одеждой — единая экосистема для покупателей, владельцев магазинов и администраторов. В этой презентации — обзор архитектуры, ключевых функций, технологий и путей быстрого развёртывания.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968874" y="3526482"/>
            <a:ext cx="46352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Автор: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05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Одиназода</a:t>
            </a:r>
            <a:r>
              <a:rPr lang="ru-RU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05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Раджабали</a:t>
            </a:r>
            <a:r>
              <a:rPr lang="ru-RU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ru-RU" sz="105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Баходур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050" dirty="0"/>
          </a:p>
          <a:p>
            <a:pPr marL="0" indent="0" algn="l">
              <a:lnSpc>
                <a:spcPts val="155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Дата: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15 мая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874" y="517699"/>
            <a:ext cx="2778547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StyleShop?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39874" y="1026840"/>
            <a:ext cx="4635252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StyleShop — это комплексная платформа, позволяющая создавать и управлять мобильными магазинами одежды с разделением ролей и специализированными клиентскими приложениями. Проект ориентирован на масштабируемость, простоту интеграции и быстрый time‑to‑market.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39874" y="1988567"/>
            <a:ext cx="2250132" cy="1554882"/>
          </a:xfrm>
          <a:prstGeom prst="roundRect">
            <a:avLst>
              <a:gd name="adj" fmla="val 1302"/>
            </a:avLst>
          </a:prstGeom>
          <a:solidFill>
            <a:srgbClr val="303132"/>
          </a:solidFill>
          <a:ln/>
        </p:spPr>
      </p:sp>
      <p:sp>
        <p:nvSpPr>
          <p:cNvPr id="6" name="Text 3"/>
          <p:cNvSpPr/>
          <p:nvPr/>
        </p:nvSpPr>
        <p:spPr>
          <a:xfrm>
            <a:off x="674787" y="2123480"/>
            <a:ext cx="174694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Трёхролевая модель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4787" y="2396133"/>
            <a:ext cx="1980307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Покупатели, владельцы магазинов, администраторы — каждый с отдельным приложением и правами доступа.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4919" y="1988567"/>
            <a:ext cx="2250207" cy="1554882"/>
          </a:xfrm>
          <a:prstGeom prst="roundRect">
            <a:avLst>
              <a:gd name="adj" fmla="val 1302"/>
            </a:avLst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3059832" y="2123480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Стек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59832" y="2396133"/>
            <a:ext cx="1980381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Сервер: Kotlin/Ktor, PostgreSQL. Клиент: Jetpack Compose (Android).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9874" y="3678362"/>
            <a:ext cx="4635252" cy="947440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674787" y="3813274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Фокус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4787" y="4085927"/>
            <a:ext cx="4365427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UX‑ориентированный мобильный интерфейс, безопасная авторизация, поддержка мультимедиа и real‑time уведомлений.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752" y="279425"/>
            <a:ext cx="2540422" cy="201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Три приложения — три роли</a:t>
            </a:r>
            <a:endParaRPr lang="en-US" sz="1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752" y="633189"/>
            <a:ext cx="3067124" cy="3067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6752" y="3765649"/>
            <a:ext cx="1006599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🛍️</a:t>
            </a:r>
            <a:r>
              <a:rPr lang="en-US" sz="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User App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396752" y="3949601"/>
            <a:ext cx="3067124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Интерфейс для покупателей: каталог с карточками товаров, фильтры и поиск, корзина, оформление заказов, история заказов, отзывы и рейтинги.</a:t>
            </a:r>
            <a:endParaRPr lang="en-US" sz="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737" y="633189"/>
            <a:ext cx="3067124" cy="30671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4737" y="3765649"/>
            <a:ext cx="1006599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🏪</a:t>
            </a:r>
            <a:r>
              <a:rPr lang="en-US" sz="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Owner App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684737" y="3949601"/>
            <a:ext cx="3067124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Управление товарами, категориями, вариантами (размеры, цвета), загрузка изображений, управление купонами и акциями, обработка заказов и аналитика.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1396752" y="4397201"/>
            <a:ext cx="6350422" cy="466799"/>
          </a:xfrm>
          <a:prstGeom prst="roundRect">
            <a:avLst>
              <a:gd name="adj" fmla="val 2847"/>
            </a:avLst>
          </a:prstGeom>
          <a:solidFill>
            <a:srgbClr val="111213"/>
          </a:solidFill>
          <a:ln w="9525">
            <a:solidFill>
              <a:srgbClr val="494A4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494830" y="4495279"/>
            <a:ext cx="1006599" cy="125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⚙️</a:t>
            </a:r>
            <a:r>
              <a:rPr lang="en-US" sz="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Admin App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494830" y="4655939"/>
            <a:ext cx="6154266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Платформенная панель администратора: одобрение/блокировка рынков, управление пользователями, мониторинг системы и настройки безопасности.</a:t>
            </a:r>
            <a:endParaRPr lang="en-US" sz="6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ACD016-975B-037D-4754-92C81AD04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13"/>
          <a:stretch>
            <a:fillRect/>
          </a:stretch>
        </p:blipFill>
        <p:spPr>
          <a:xfrm>
            <a:off x="1779108" y="612984"/>
            <a:ext cx="2302412" cy="312360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3061406-BAD3-8879-9CC5-A0EEFCD12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050" y="604245"/>
            <a:ext cx="3067124" cy="30960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9938" y="284485"/>
            <a:ext cx="2119610" cy="215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Технологический стек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69938" y="666899"/>
            <a:ext cx="1078483" cy="134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69938" y="868338"/>
            <a:ext cx="3286199" cy="55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Kotlin + Ktor — лёгкий асинхронный backend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+ Exposed ORM — структурированное хранилище данных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Firebase Authentication + JWT — безопасная аутентификация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Koin — управление зависимостями</a:t>
            </a:r>
            <a:endParaRPr lang="en-US" sz="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38" y="1497806"/>
            <a:ext cx="3286199" cy="32861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92476" y="666899"/>
            <a:ext cx="1078483" cy="134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 (Android)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692476" y="868338"/>
            <a:ext cx="3286199" cy="55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Kotlin + Jetpack Compose — современный UI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MVVM + Hilt — архитектура и DI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Ktor Client — сетевые запросы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Coil — загрузка и кэш изображений</a:t>
            </a:r>
            <a:endParaRPr lang="en-US" sz="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476" y="1497806"/>
            <a:ext cx="3286199" cy="328619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35AD9D-AF61-FE3E-BCA5-1E9D4C06C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938" y="1497806"/>
            <a:ext cx="3281587" cy="328619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1662E71-43B1-0688-F2F1-BD782AADC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475" y="1497806"/>
            <a:ext cx="3286199" cy="3286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9255"/>
            <a:ext cx="2671539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Ключевые функции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045890"/>
            <a:ext cx="415677" cy="519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248" y="1045890"/>
            <a:ext cx="1305148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Просмотр товаров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4248" y="1510233"/>
            <a:ext cx="1305148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Постраничная пагинация, карточки с вариантами, быстрая загрузка изображений и плавная прокрутка.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093" y="1045890"/>
            <a:ext cx="415677" cy="519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82466" y="1045890"/>
            <a:ext cx="1305148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и фильтрация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182466" y="1510233"/>
            <a:ext cx="1305148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Фильтры по размеру, цене, бренду, категориям и актуальные подсказки при вводе.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6311" y="1045890"/>
            <a:ext cx="415677" cy="5195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40685" y="1045890"/>
            <a:ext cx="1305148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Корзина и оформление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240685" y="1510233"/>
            <a:ext cx="1305148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Многоуровневый процесс оформления заказа, интеграция платёжных шлюзов и управление адресами доставки.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4530" y="1045890"/>
            <a:ext cx="415677" cy="5195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98903" y="1045890"/>
            <a:ext cx="1305223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Купоны и скидки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298903" y="1510233"/>
            <a:ext cx="1305223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Гибкая система правил купонов: процентные скидки, пороговые условия, одноразовые и многоразовые коды.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74" y="2995017"/>
            <a:ext cx="415677" cy="5195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248" y="2995017"/>
            <a:ext cx="1305148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Отзывы и рейтинги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124248" y="3459361"/>
            <a:ext cx="1305148" cy="1012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Модерация отзывов, привязка к заказам и отображение среднего рейтинга на карточке товара.</a:t>
            </a:r>
            <a:endParaRPr lang="en-US" sz="10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8093" y="2995017"/>
            <a:ext cx="415677" cy="51955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182466" y="2995017"/>
            <a:ext cx="1305148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Real‑time уведомления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182466" y="3459361"/>
            <a:ext cx="1305148" cy="1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Firebase Cloud Messaging для оповещений о статусе заказа, акциях и системных событиях.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788E0E-F83E-00A8-F591-77ACD2F9A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7"/>
          <a:stretch>
            <a:fillRect/>
          </a:stretch>
        </p:blipFill>
        <p:spPr>
          <a:xfrm>
            <a:off x="678440" y="332509"/>
            <a:ext cx="2314575" cy="4299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D19260-3E9F-A832-4B16-5794997C8986}"/>
              </a:ext>
            </a:extLst>
          </p:cNvPr>
          <p:cNvSpPr txBox="1"/>
          <p:nvPr/>
        </p:nvSpPr>
        <p:spPr>
          <a:xfrm>
            <a:off x="4627418" y="1115885"/>
            <a:ext cx="4572000" cy="29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Просмотр</a:t>
            </a: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товаров</a:t>
            </a:r>
            <a:endParaRPr lang="en-US" sz="1800" dirty="0"/>
          </a:p>
        </p:txBody>
      </p:sp>
      <p:sp>
        <p:nvSpPr>
          <p:cNvPr id="7" name="TextBox 6" descr="Постраничная пагинация, карточки с вариантами, быстрая загрузка изображений и плавная прокрутка.&#10;&#10;">
            <a:extLst>
              <a:ext uri="{FF2B5EF4-FFF2-40B4-BE49-F238E27FC236}">
                <a16:creationId xmlns:a16="http://schemas.microsoft.com/office/drawing/2014/main" id="{DC497660-509C-610A-D9DD-99FACEE8BA81}"/>
              </a:ext>
            </a:extLst>
          </p:cNvPr>
          <p:cNvSpPr txBox="1"/>
          <p:nvPr/>
        </p:nvSpPr>
        <p:spPr>
          <a:xfrm>
            <a:off x="3990109" y="2406722"/>
            <a:ext cx="4572000" cy="72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Постраничная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пагинация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карточки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с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вариантами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быстрая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загрузка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изображений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плавная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прокрутка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2693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02CDF4-80CA-C525-1FEE-976681575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01"/>
          <a:stretch>
            <a:fillRect/>
          </a:stretch>
        </p:blipFill>
        <p:spPr>
          <a:xfrm>
            <a:off x="650730" y="128155"/>
            <a:ext cx="2314575" cy="48871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8861D3-DA5A-E3E7-B062-1DFBDB59211C}"/>
              </a:ext>
            </a:extLst>
          </p:cNvPr>
          <p:cNvSpPr txBox="1"/>
          <p:nvPr/>
        </p:nvSpPr>
        <p:spPr>
          <a:xfrm>
            <a:off x="4204855" y="1003861"/>
            <a:ext cx="4572000" cy="29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</a:t>
            </a: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 </a:t>
            </a: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фильтрация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E1E73-2CA8-0E30-9FDB-50282374A5A7}"/>
              </a:ext>
            </a:extLst>
          </p:cNvPr>
          <p:cNvSpPr txBox="1"/>
          <p:nvPr/>
        </p:nvSpPr>
        <p:spPr>
          <a:xfrm>
            <a:off x="3719945" y="2293689"/>
            <a:ext cx="4572000" cy="72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Фильтры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по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размеру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цене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бренду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категориям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актуальные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подсказки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вводе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52013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214BFC-737B-5103-9EB4-C4B0CB00D33C}"/>
              </a:ext>
            </a:extLst>
          </p:cNvPr>
          <p:cNvSpPr txBox="1"/>
          <p:nvPr/>
        </p:nvSpPr>
        <p:spPr>
          <a:xfrm>
            <a:off x="4904509" y="1077953"/>
            <a:ext cx="4572000" cy="29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Корзина</a:t>
            </a: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 </a:t>
            </a: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оформление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A9D85-0760-DFCB-4464-75FDBE0E8BE1}"/>
              </a:ext>
            </a:extLst>
          </p:cNvPr>
          <p:cNvSpPr txBox="1"/>
          <p:nvPr/>
        </p:nvSpPr>
        <p:spPr>
          <a:xfrm>
            <a:off x="4398818" y="3339707"/>
            <a:ext cx="4572000" cy="72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Многоуровневый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процесс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оформления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заказа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интеграция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платёжных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шлюзов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управление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адресами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доставки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79C0D5-25CB-E5E7-89A5-471044C3F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4"/>
          <a:stretch>
            <a:fillRect/>
          </a:stretch>
        </p:blipFill>
        <p:spPr>
          <a:xfrm>
            <a:off x="1045585" y="96984"/>
            <a:ext cx="2314575" cy="491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8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7EE001-170A-933B-8DD5-D7D4AB115235}"/>
              </a:ext>
            </a:extLst>
          </p:cNvPr>
          <p:cNvSpPr txBox="1"/>
          <p:nvPr/>
        </p:nvSpPr>
        <p:spPr>
          <a:xfrm>
            <a:off x="4260273" y="1316776"/>
            <a:ext cx="4572000" cy="29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Отзывы</a:t>
            </a: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 </a:t>
            </a:r>
            <a:r>
              <a:rPr lang="en-US" sz="1800" b="1" dirty="0" err="1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рейтинги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2A8E8-59E3-2EB7-31FB-1DDEF9FABAD6}"/>
              </a:ext>
            </a:extLst>
          </p:cNvPr>
          <p:cNvSpPr txBox="1"/>
          <p:nvPr/>
        </p:nvSpPr>
        <p:spPr>
          <a:xfrm>
            <a:off x="3754582" y="3215017"/>
            <a:ext cx="4572000" cy="72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Модерация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отзывов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привязка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к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заказам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отображение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среднего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рейтинга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на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карточке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dirty="0" err="1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товара</a:t>
            </a:r>
            <a:r>
              <a:rPr lang="en-US" sz="18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2458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75" y="313209"/>
            <a:ext cx="2386831" cy="25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Архитектура проекта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75" y="752326"/>
            <a:ext cx="8013650" cy="3667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35214" y="1242510"/>
            <a:ext cx="1611441" cy="201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&amp; Infra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435214" y="1506939"/>
            <a:ext cx="1953919" cy="32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Repositories, Exposed, Ktor, PostgreSQL, Firebase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39571" y="2447951"/>
            <a:ext cx="1611441" cy="201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Domain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54668" y="2712380"/>
            <a:ext cx="1796345" cy="32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cases, business rules, MVVM viewmodels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35214" y="3070369"/>
            <a:ext cx="1611441" cy="201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35214" y="3334798"/>
            <a:ext cx="1953919" cy="32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Jetpack Compose UI, MVVM view layer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5175" y="4523854"/>
            <a:ext cx="8013650" cy="306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Многомодульная структура (user, owner, admin, core, design_system) обеспечивает изоляцию ответственности и быструю сборку модулей. REST API с JWT и проверкой прав, хранение мультимедиа на сервере, push‑уведомления через FCM. CI/CD интеграция для автоматических сборок и релизов.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8874" y="528638"/>
            <a:ext cx="4413275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Исходный код и следующий шаг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3968874" y="1037779"/>
            <a:ext cx="4635252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Репозитории с кодом готовы к клонированию и дальнейшей работе. В README описаны инструкции по локальному запуску, развёртыванию и подключению сервисов (Firebase, PostgreSQL).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68874" y="1797025"/>
            <a:ext cx="4635252" cy="783059"/>
          </a:xfrm>
          <a:prstGeom prst="roundRect">
            <a:avLst>
              <a:gd name="adj" fmla="val 2586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Text 3"/>
          <p:cNvSpPr/>
          <p:nvPr/>
        </p:nvSpPr>
        <p:spPr>
          <a:xfrm>
            <a:off x="4122837" y="1950988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22837" y="2223641"/>
            <a:ext cx="4327327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🔗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https://github.com/Rajabalimax/StyleShop-Server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968874" y="2721924"/>
            <a:ext cx="4635252" cy="783059"/>
          </a:xfrm>
          <a:prstGeom prst="roundRect">
            <a:avLst>
              <a:gd name="adj" fmla="val 2586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22837" y="2868960"/>
            <a:ext cx="153389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Клиент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22837" y="3141613"/>
            <a:ext cx="4327327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🔗</a:t>
            </a: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https://github.com/Rajabalimax/StyleShop-Client</a:t>
            </a:r>
          </a:p>
          <a:p>
            <a:pPr>
              <a:lnSpc>
                <a:spcPts val="1550"/>
              </a:lnSpc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07396" y="3818483"/>
            <a:ext cx="4061817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598</Words>
  <Application>Microsoft Office PowerPoint</Application>
  <PresentationFormat>Экран (16:9)</PresentationFormat>
  <Paragraphs>72</Paragraphs>
  <Slides>11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Source Sans 3</vt:lpstr>
      <vt:lpstr>Arial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Rajabali Bahodur</cp:lastModifiedBy>
  <cp:revision>6</cp:revision>
  <dcterms:created xsi:type="dcterms:W3CDTF">2026-05-15T16:26:37Z</dcterms:created>
  <dcterms:modified xsi:type="dcterms:W3CDTF">2026-05-15T20:19:04Z</dcterms:modified>
</cp:coreProperties>
</file>